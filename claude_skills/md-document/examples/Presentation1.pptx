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5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557F3-C30D-0748-AEEB-A654116AD265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3592D-AD8E-D445-91A6-96D13B56B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6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5E0A-AEEA-458F-B10E-F1BB1DC1560D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404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9B0B-0A4E-4B9D-5109-20378FD4B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0CF97-3376-E358-962A-401A8E458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4386B-0B5B-D68F-746A-19BEC2CD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DC5C6-DDBE-B45C-5EDE-731E22FD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CA446-2EBB-6920-33A9-3DC17C32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E972-CE33-CB2D-686F-C179EE3B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F24E4-9CA0-3D74-7BDE-1D448C133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6D429-045E-D8F7-766C-871DB4820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3757B-4A38-EF58-529B-0E1C3CE4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BF42E-730A-0C33-3DF8-EA6B3180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9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9D25-A103-B473-135F-6AB3829F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016A2-861E-A3FB-10B4-D185EF07C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6EF31-9249-45C4-0887-31CD4FAD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6E910-F62C-C2EB-82ED-FAE01792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949DD-FD39-F05D-C701-488534AB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25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D641-A5E5-2450-D8F5-6ACA9CBA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CA26E-7962-7BD7-B4F8-A0D2DA8D0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2E395-378A-A20E-68D8-EC822A3FE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D97A3-7F2C-4B77-1313-5556F770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59186-74B9-C725-4796-1B8EA568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74CDD-5F21-C410-98C9-A7440673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A298-1EB8-006E-B8CE-84469D8D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2E9FF-E925-FBD7-71B3-A3BFD65A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77A00-2070-3EB8-C07E-95A09B645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E1CE1-37FD-59C6-D356-3E17072DA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497D0-DF4D-88BC-A864-5042F2498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DE743-581D-CBCA-7770-8E13EDC3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18D71-5944-4702-A6C3-27BF115F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B5D9D-8CF8-685D-3668-80CF914C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6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41F0-4B35-42A3-1911-14E356A6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EF1B0-41FB-F769-953B-36D5FB512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502AC-0124-2805-FD26-CA2D544BD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EC399-DFEB-F81C-552E-015C7F05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2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29104-16F4-3C43-7307-450BDA5B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F749B-D49B-EEFE-4365-E2829352D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FF3E6-38BD-726E-637F-0C154327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D6CC-EBCA-26A9-3744-2FA1E5EB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6746-BE51-E6DA-4995-BB07A8F7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7D714-FC09-CF99-D037-B0745757C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EEAA2-95E8-FE20-8A87-6EBF1990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9DFC0-E606-0157-8C3B-EE99FE14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528CB-E01B-0A23-CFCB-0176C53B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6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5388-8833-DF63-9B2B-41044E47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2951B-6134-1691-A540-BC4F06E96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96964-6DCF-7DC5-8443-057C63EA2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11649-4CC8-EEA3-297B-7BAF6C37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DCDBE-D774-EF2F-1C7F-05D4DC3D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C4A3B-C2FE-8ADA-9EB8-0848AF74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7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3F58-BDCE-3EA4-9392-D8DC9BBC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E2340-A688-8C32-D2D9-0DA822678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9222-2BAD-E30B-4045-E2FD429B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D1A7-DE12-B75B-93E2-EE0E5D5C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57F17-7968-F035-80A6-F8ABF5CA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3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CF0C7-C4C3-E1B7-FDF0-106EB6E42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C1C77-DA2A-1CA9-94E2-F3587D3CA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FAE8-7D91-FB50-C071-47525EB7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96A56-4A0D-28C7-C770-C3765841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570E5-6909-DEDE-6151-4B4C3C76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6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A221C-E9CE-3716-FF30-4F731F96C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D6A4-57E4-326C-A969-8DF4D24AB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A48F3-BF05-6FE6-4B9D-68203BEAF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53CB2-EAD9-D648-A06C-168F3A2F81C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89D1A-97D2-78A5-1691-1ED50EA26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6AF47-E589-9F41-7EF4-FB094C95A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FB5F2-D2ED-B843-8BAE-354951E26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1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les with small squares&#10;&#10;Description automatically generated">
            <a:extLst>
              <a:ext uri="{FF2B5EF4-FFF2-40B4-BE49-F238E27FC236}">
                <a16:creationId xmlns:a16="http://schemas.microsoft.com/office/drawing/2014/main" id="{074D4EAE-BE3A-EDA0-6EE1-F1864E2E33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80"/>
          <a:stretch/>
        </p:blipFill>
        <p:spPr>
          <a:xfrm>
            <a:off x="376881" y="331677"/>
            <a:ext cx="11438238" cy="5566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7176BF-73F0-35F2-51C7-26DC26FB7F27}"/>
              </a:ext>
            </a:extLst>
          </p:cNvPr>
          <p:cNvSpPr txBox="1"/>
          <p:nvPr/>
        </p:nvSpPr>
        <p:spPr>
          <a:xfrm>
            <a:off x="11597328" y="6249324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242D58E1-0ABD-457D-823E-B4EDFAD73CAD}" type="slidenum">
              <a:rPr lang="en-GB" sz="1200" b="1" smtClean="0">
                <a:solidFill>
                  <a:srgbClr val="B5AFA2"/>
                </a:solidFill>
                <a:latin typeface="Sora" pitchFamily="2" charset="0"/>
                <a:ea typeface="Inter" panose="020B0502030000000004" pitchFamily="34" charset="0"/>
                <a:cs typeface="Sora" pitchFamily="2" charset="0"/>
              </a:rPr>
              <a:pPr algn="r"/>
              <a:t>1</a:t>
            </a:fld>
            <a:endParaRPr lang="en-ZA" sz="1200" b="1">
              <a:solidFill>
                <a:srgbClr val="B5AFA2"/>
              </a:solidFill>
              <a:latin typeface="Sora" pitchFamily="2" charset="0"/>
              <a:ea typeface="Inter" panose="020B0502030000000004" pitchFamily="34" charset="0"/>
              <a:cs typeface="Sor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2C993-46FC-8D03-6469-2107C3642039}"/>
              </a:ext>
            </a:extLst>
          </p:cNvPr>
          <p:cNvSpPr txBox="1"/>
          <p:nvPr/>
        </p:nvSpPr>
        <p:spPr>
          <a:xfrm>
            <a:off x="9562268" y="6260899"/>
            <a:ext cx="1906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100">
                <a:solidFill>
                  <a:srgbClr val="B5AFA2"/>
                </a:solidFill>
                <a:latin typeface="Sora" pitchFamily="2" charset="0"/>
                <a:ea typeface="Inter" panose="020B0502030000000004" pitchFamily="34" charset="0"/>
                <a:cs typeface="Sora" pitchFamily="2" charset="0"/>
              </a:rPr>
              <a:t>Private and Confidential</a:t>
            </a:r>
            <a:endParaRPr lang="en-ZA" sz="1100">
              <a:solidFill>
                <a:srgbClr val="B5AFA2"/>
              </a:solidFill>
              <a:latin typeface="Sora" pitchFamily="2" charset="0"/>
              <a:ea typeface="Inter" panose="020B0502030000000004" pitchFamily="34" charset="0"/>
              <a:cs typeface="Sora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182E02-3760-9045-3A25-DF95A3617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6755" y="5034337"/>
            <a:ext cx="2496383" cy="4648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17221E-77A1-AECC-0720-CDF949435235}"/>
              </a:ext>
            </a:extLst>
          </p:cNvPr>
          <p:cNvSpPr txBox="1"/>
          <p:nvPr/>
        </p:nvSpPr>
        <p:spPr>
          <a:xfrm>
            <a:off x="2535149" y="1709102"/>
            <a:ext cx="609771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4400" dirty="0">
                <a:solidFill>
                  <a:srgbClr val="B5AFA2"/>
                </a:solidFill>
                <a:latin typeface="Plus Jakarta Sans" pitchFamily="2" charset="0"/>
                <a:ea typeface="Inter Black" panose="020B0502030000000004" pitchFamily="34" charset="0"/>
                <a:cs typeface="Plus Jakarta Sans" pitchFamily="2" charset="0"/>
              </a:rPr>
              <a:t>Seed Analytics Operational Overview</a:t>
            </a:r>
            <a:endParaRPr kumimoji="0" lang="en-ZA" sz="4400" b="0" i="0" u="none" strike="noStrike" kern="1200" cap="none" spc="0" normalizeH="0" baseline="0" noProof="0" dirty="0">
              <a:ln>
                <a:noFill/>
              </a:ln>
              <a:solidFill>
                <a:srgbClr val="B5AFA2"/>
              </a:solidFill>
              <a:effectLst/>
              <a:uLnTx/>
              <a:uFillTx/>
              <a:latin typeface="Plus Jakarta Sans" pitchFamily="2" charset="0"/>
              <a:ea typeface="Inter Black" panose="020B0502030000000004" pitchFamily="34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320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Plus Jakarta Sans</vt:lpstr>
      <vt:lpstr>Sora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Hermione Fry</dc:creator>
  <cp:lastModifiedBy>Hermione Fry</cp:lastModifiedBy>
  <cp:revision>1</cp:revision>
  <dcterms:created xsi:type="dcterms:W3CDTF">2026-03-10T09:59:08Z</dcterms:created>
  <dcterms:modified xsi:type="dcterms:W3CDTF">2026-03-10T09:59:45Z</dcterms:modified>
</cp:coreProperties>
</file>